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Family Expense Calculation System</a:t>
            </a:r>
          </a:p>
          <a:p>
            <a:r>
              <a:t>Using ServiceNow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SmartBridge Internship Project</a:t>
            </a:r>
          </a:p>
          <a:p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ID: LTVIP2026TMIDS78860</a:t>
            </a:r>
          </a:p>
          <a:p>
            <a:r>
              <a:t>Team Size: 4</a:t>
            </a:r>
          </a:p>
          <a:p>
            <a:r>
              <a:t>Team Leader: Sidda Venkata Sesha Sai Karthik</a:t>
            </a:r>
          </a:p>
          <a:p>
            <a:r>
              <a:t>Team Member: Surisetti Chaitanya Sai Venkata Rahul</a:t>
            </a:r>
          </a:p>
          <a:p>
            <a:r>
              <a:t>Team Member: Kothapalli Vishnu Vardhan</a:t>
            </a:r>
          </a:p>
          <a:p>
            <a:r>
              <a:t>Team Member: Jaya Surya Nathi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Developed using ServiceNow platform</a:t>
            </a:r>
          </a:p>
          <a:p>
            <a:r>
              <a:t>• Tracks daily family expenses</a:t>
            </a:r>
          </a:p>
          <a:p>
            <a:r>
              <a:t>• Automatically calculates total expenses</a:t>
            </a:r>
          </a:p>
          <a:p>
            <a:r>
              <a:t>• Helps monitor monthly budget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expense tracking causes errors</a:t>
            </a:r>
          </a:p>
          <a:p>
            <a:r>
              <a:t>• No automatic total calculation</a:t>
            </a:r>
          </a:p>
          <a:p>
            <a:r>
              <a:t>• Difficult to monitor budget</a:t>
            </a:r>
          </a:p>
          <a:p>
            <a:r>
              <a:t>• Need for structured expense management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Family Table</a:t>
            </a:r>
          </a:p>
          <a:p>
            <a:r>
              <a:t>• Create Daily Expense Table</a:t>
            </a:r>
          </a:p>
          <a:p>
            <a:r>
              <a:t>• Establish One-to-Many Relationship</a:t>
            </a:r>
          </a:p>
          <a:p>
            <a:r>
              <a:t>• Implement Business Rule for auto calculation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Family Table → Daily Expenses Table → Business Rule → Updated Total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ServiceNow Instance Setup</a:t>
            </a:r>
          </a:p>
          <a:p>
            <a:r>
              <a:t>2. Family Table Creation</a:t>
            </a:r>
          </a:p>
          <a:p>
            <a:r>
              <a:t>3. Daily Expense Table Creation</a:t>
            </a:r>
          </a:p>
          <a:p>
            <a:r>
              <a:t>4. Relationship Setup</a:t>
            </a:r>
          </a:p>
          <a:p>
            <a:r>
              <a:t>5. Business Rule Implementation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Rule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Triggered After Insert &amp; Update</a:t>
            </a:r>
          </a:p>
          <a:p>
            <a:r>
              <a:t>• Fetch related expense records</a:t>
            </a:r>
          </a:p>
          <a:p>
            <a:r>
              <a:t>• Calculate total expense</a:t>
            </a:r>
          </a:p>
          <a:p>
            <a:r>
              <a:t>• Update total in Family table</a:t>
            </a:r>
          </a:p>
          <a:p>
            <a:r>
              <a:t>• Check if budget exceeded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Automatic total expense calculation</a:t>
            </a:r>
          </a:p>
          <a:p>
            <a:r>
              <a:t>• Budget exceed alert</a:t>
            </a:r>
          </a:p>
          <a:p>
            <a:r>
              <a:t>• Organized expense tracking</a:t>
            </a:r>
          </a:p>
          <a:p>
            <a:r>
              <a:t>• Improved financial visibility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demonstrates automation capabilities of ServiceNow</a:t>
            </a:r>
          </a:p>
          <a:p>
            <a:r>
              <a:t>by implementing expense tracking with real-time calculations.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